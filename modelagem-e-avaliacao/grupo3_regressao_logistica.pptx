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Comparativo de Acurácia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Percentual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Aleatório (baseline)</c:v>
                  </c:pt>
                  <c:pt idx="1">
                    <c:v>Nosso Modelo</c:v>
                  </c:pt>
                  <c:pt idx="2">
                    <c:v>Modelo Ideal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66.2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Regressão Logística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Conteúdo Netflix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3931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45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3931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3931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36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(MOVIE / SHOW)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3931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169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treino / 30% teste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3840480" cy="3200400"/>
          </a:xfrm>
          <a:prstGeom prst="rect">
            <a:avLst/>
          </a:prstGeom>
          <a:solidFill>
            <a:srgbClr val="0C4A6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66,2%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Acertos nos dados de teste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~50% aleatório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Regressão Logística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6187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feature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o ano de lançamento (release_year) como entrada para cada título.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26187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uma fronteira linear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737360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um limiar no eixo do tempo que separa melhor MOVIE de SHOW.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99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função Sigmoid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474720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o valor numérico em uma probabilidade entre 0% e 100%.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299923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999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o título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3474720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 &gt; 50%, prevê MOVIE; caso contrário, prevê SHOW.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66%? — Análise do Desempenho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51560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37760" y="10515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106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positivo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13624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supera o chute aleatório (50%), confirmando que o ano tem algum poder preditivo.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37760" y="1938528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938528"/>
            <a:ext cx="64008" cy="7498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principal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20640" y="22494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única (release_year) é fraca: filmes e séries existem em todos os anos.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2825496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82549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classe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20640" y="3136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tende a prever a classe majoritária do dataset na maioria dos casos.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3712464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0" y="3712464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3767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melhorar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2064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runtime, genres, etc. ou usar Árvore de Decisão / KNN para capturar padrões não-lineares.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3 - Regressão Logística</dc:title>
  <dc:subject>PptxGenJS Presentation</dc:subject>
  <dc:creator>PptxGenJS</dc:creator>
  <cp:lastModifiedBy>PptxGenJS</cp:lastModifiedBy>
  <cp:revision>1</cp:revision>
  <dcterms:created xsi:type="dcterms:W3CDTF">2026-05-16T01:13:50Z</dcterms:created>
  <dcterms:modified xsi:type="dcterms:W3CDTF">2026-05-16T01:13:50Z</dcterms:modified>
</cp:coreProperties>
</file>